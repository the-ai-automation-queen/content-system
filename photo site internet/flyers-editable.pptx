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rait.jpe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00675"/>
            <a:ext cx="10287000" cy="3857625"/>
          </a:xfrm>
          <a:prstGeom prst="rect">
            <a:avLst/>
          </a:prstGeom>
          <a:solidFill>
            <a:srgbClr val="0C0C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258300"/>
            <a:ext cx="10287000" cy="3600450"/>
          </a:xfrm>
          <a:prstGeom prst="rect">
            <a:avLst/>
          </a:prstGeom>
          <a:solidFill>
            <a:srgbClr val="0C0C1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152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3400"/>
            <a:ext cx="4419600" cy="51435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Space Mono"/>
              </a:rPr>
              <a:t>LIVE MASTERCLASS · 90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67300"/>
            <a:ext cx="90678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</a:rPr>
              <a:t>Hire your first</a:t>
            </a:r>
          </a:p>
          <a:p>
            <a:pPr algn="l">
              <a:lnSpc>
                <a:spcPct val="102000"/>
              </a:lnSpc>
            </a:pPr>
            <a:r>
              <a:rPr sz="7800" b="0" i="1">
                <a:solidFill>
                  <a:srgbClr val="8FA6FF"/>
                </a:solidFill>
                <a:latin typeface="Playfair Display"/>
              </a:rPr>
              <a:t>AI employee.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7562850"/>
            <a:ext cx="2095500" cy="66675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886700"/>
            <a:ext cx="90678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It is running before we hang up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Live, step by step, with me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No code. No jargon. No homework.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601200"/>
            <a:ext cx="90678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pace Mono"/>
              </a:rPr>
              <a:t>FATIHA CHIKH</a:t>
            </a:r>
            <a:r>
              <a:rPr sz="1500" b="0" i="0">
                <a:solidFill>
                  <a:srgbClr val="A9A9B4"/>
                </a:solidFill>
                <a:latin typeface="Space Mono"/>
              </a:rPr>
              <a:t>  ·  SHIFT &amp; LEAD  ·  RUNS HER BUSINESS ON AI EMPLOYEES SHE BUILT HERSELF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944350"/>
            <a:ext cx="10287000" cy="914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SEATS LIMITED · LINK IN BIO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tiha-desk.jpg"/>
          <p:cNvPicPr>
            <a:picLocks noChangeAspect="1"/>
          </p:cNvPicPr>
          <p:nvPr/>
        </p:nvPicPr>
        <p:blipFill>
          <a:blip r:embed="rId2"/>
          <a:srcRect l="25920" r="10080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00675"/>
            <a:ext cx="10287000" cy="3857625"/>
          </a:xfrm>
          <a:prstGeom prst="rect">
            <a:avLst/>
          </a:prstGeom>
          <a:solidFill>
            <a:srgbClr val="0C0C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258300"/>
            <a:ext cx="10287000" cy="3600450"/>
          </a:xfrm>
          <a:prstGeom prst="rect">
            <a:avLst/>
          </a:prstGeom>
          <a:solidFill>
            <a:srgbClr val="0C0C1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152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3400"/>
            <a:ext cx="3457575" cy="51435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Space Mono"/>
              </a:rPr>
              <a:t>LIVE BOOTCAMP · 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9067800" cy="350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</a:rPr>
              <a:t>Your business,</a:t>
            </a:r>
          </a:p>
          <a:p>
            <a:pPr algn="l">
              <a:lnSpc>
                <a:spcPct val="10200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</a:rPr>
              <a:t>running on AI.</a:t>
            </a:r>
          </a:p>
          <a:p>
            <a:pPr algn="l">
              <a:lnSpc>
                <a:spcPct val="102000"/>
              </a:lnSpc>
            </a:pPr>
            <a:r>
              <a:rPr sz="7800" b="0" i="1">
                <a:solidFill>
                  <a:srgbClr val="8FA6FF"/>
                </a:solidFill>
                <a:latin typeface="Playfair Display"/>
              </a:rPr>
              <a:t>In 2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7562850"/>
            <a:ext cx="2095500" cy="66675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886700"/>
            <a:ext cx="90678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Day 1: your AI sounds like you, inbox handled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Day 2: a month of content, one system live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Replays and every template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601200"/>
            <a:ext cx="90678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pace Mono"/>
              </a:rPr>
              <a:t>FATIHA CHIKH</a:t>
            </a:r>
            <a:r>
              <a:rPr sz="1500" b="0" i="0">
                <a:solidFill>
                  <a:srgbClr val="A9A9B4"/>
                </a:solidFill>
                <a:latin typeface="Space Mono"/>
              </a:rPr>
              <a:t>  ·  SHIFT &amp; LEAD  ·  RUNS HER BUSINESS ON AI EMPLOYEES SHE BUILT HERSELF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944350"/>
            <a:ext cx="10287000" cy="914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THE WAITLIST HEARS THE DATE FIRST · LINK IN BIO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tiha-studio.jpg"/>
          <p:cNvPicPr>
            <a:picLocks noChangeAspect="1"/>
          </p:cNvPicPr>
          <p:nvPr/>
        </p:nvPicPr>
        <p:blipFill>
          <a:blip r:embed="rId2"/>
          <a:srcRect t="5062" b="1181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00675"/>
            <a:ext cx="10287000" cy="3857625"/>
          </a:xfrm>
          <a:prstGeom prst="rect">
            <a:avLst/>
          </a:prstGeom>
          <a:solidFill>
            <a:srgbClr val="0C0C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258300"/>
            <a:ext cx="10287000" cy="3600450"/>
          </a:xfrm>
          <a:prstGeom prst="rect">
            <a:avLst/>
          </a:prstGeom>
          <a:solidFill>
            <a:srgbClr val="0C0C1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152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3400"/>
            <a:ext cx="4562475" cy="51435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Space Mono"/>
              </a:rPr>
              <a:t>GET IT DONE DAY · MAX 10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67300"/>
            <a:ext cx="90678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</a:rPr>
              <a:t>The Get It Done</a:t>
            </a:r>
          </a:p>
          <a:p>
            <a:pPr algn="l">
              <a:lnSpc>
                <a:spcPct val="102000"/>
              </a:lnSpc>
            </a:pPr>
            <a:r>
              <a:rPr sz="7800" b="0" i="1">
                <a:solidFill>
                  <a:srgbClr val="8FA6FF"/>
                </a:solidFill>
                <a:latin typeface="Playfair Display"/>
              </a:rPr>
              <a:t>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7562850"/>
            <a:ext cx="2095500" cy="66675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886700"/>
            <a:ext cx="90678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Come with the half-finished automation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Build it with me beside you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8FA6FF"/>
                </a:solidFill>
                <a:latin typeface="Inter"/>
              </a:rPr>
              <a:t>→  </a:t>
            </a:r>
            <a:r>
              <a:rPr sz="2400" b="0" i="0">
                <a:solidFill>
                  <a:srgbClr val="EDEDF2"/>
                </a:solidFill>
                <a:latin typeface="Inter"/>
              </a:rPr>
              <a:t>It runs before dinner. Ten seats.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601200"/>
            <a:ext cx="90678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pace Mono"/>
              </a:rPr>
              <a:t>FATIHA CHIKH</a:t>
            </a:r>
            <a:r>
              <a:rPr sz="1500" b="0" i="0">
                <a:solidFill>
                  <a:srgbClr val="A9A9B4"/>
                </a:solidFill>
                <a:latin typeface="Space Mono"/>
              </a:rPr>
              <a:t>  ·  SHIFT &amp; LEAD  ·  RUNS HER BUSINESS ON AI EMPLOYEES SHE BUILT HERSELF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944350"/>
            <a:ext cx="10287000" cy="914400"/>
          </a:xfrm>
          <a:prstGeom prst="rect">
            <a:avLst/>
          </a:prstGeom>
          <a:solidFill>
            <a:srgbClr val="2C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TEN SEATS ONLY · LINK IN 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